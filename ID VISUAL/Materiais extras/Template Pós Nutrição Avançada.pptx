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DM Sans"/>
      <p:regular r:id="rId17"/>
      <p:bold r:id="rId18"/>
      <p:italic r:id="rId19"/>
      <p:boldItalic r:id="rId20"/>
    </p:embeddedFont>
    <p:embeddedFont>
      <p:font typeface="Sorts Mill Goudy"/>
      <p:regular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79">
          <p15:clr>
            <a:srgbClr val="747775"/>
          </p15:clr>
        </p15:guide>
        <p15:guide id="2" pos="5381">
          <p15:clr>
            <a:srgbClr val="747775"/>
          </p15:clr>
        </p15:guide>
        <p15:guide id="3" orient="horz" pos="321">
          <p15:clr>
            <a:srgbClr val="747775"/>
          </p15:clr>
        </p15:guide>
        <p15:guide id="4" orient="horz" pos="291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9"/>
        <p:guide pos="5381"/>
        <p:guide pos="321" orient="horz"/>
        <p:guide pos="291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22" Type="http://schemas.openxmlformats.org/officeDocument/2006/relationships/font" Target="fonts/SortsMillGoudy-italic.fntdata"/><Relationship Id="rId10" Type="http://schemas.openxmlformats.org/officeDocument/2006/relationships/slide" Target="slides/slide5.xml"/><Relationship Id="rId21" Type="http://schemas.openxmlformats.org/officeDocument/2006/relationships/font" Target="fonts/SortsMillGoudy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288266c3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288266c3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288266c39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288266c3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288266c39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288266c39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288266c3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288266c3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288266c39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288266c39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288266c3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288266c3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288266c3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288266c3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288266c39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288266c39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288266c3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288266c3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288266c39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288266c39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31957" y="1928375"/>
            <a:ext cx="7280100" cy="170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31950" y="3661151"/>
            <a:ext cx="72801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2" title="logotipoprincipal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91900" y="668575"/>
            <a:ext cx="2960201" cy="9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01050" y="2150850"/>
            <a:ext cx="7942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3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601050" y="509825"/>
            <a:ext cx="79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601050" y="1217278"/>
            <a:ext cx="794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" name="Google Shape;22;p4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601050" y="509825"/>
            <a:ext cx="79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01125" y="1416475"/>
            <a:ext cx="3728100" cy="3217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14770" y="1416475"/>
            <a:ext cx="3728100" cy="3217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601050" y="509825"/>
            <a:ext cx="79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" name="Google Shape;31;p6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01050" y="576375"/>
            <a:ext cx="2808000" cy="153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01050" y="2234525"/>
            <a:ext cx="2808000" cy="23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" name="Google Shape;36;p7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01050" y="1168625"/>
            <a:ext cx="7941900" cy="24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" name="Google Shape;40;p8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601050" y="1233175"/>
            <a:ext cx="37746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3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601050" y="2995850"/>
            <a:ext cx="3774600" cy="1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62521" y="724200"/>
            <a:ext cx="3580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601050" y="4028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0" name="Google Shape;50;p10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601050" y="1106125"/>
            <a:ext cx="79419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601050" y="3152225"/>
            <a:ext cx="79419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" name="Google Shape;55;p11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8" name="Google Shape;58;p12" title="logocircular-0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931957" y="1928375"/>
            <a:ext cx="7280100" cy="170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931950" y="3661151"/>
            <a:ext cx="72801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601050" y="509825"/>
            <a:ext cx="79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601050" y="1217278"/>
            <a:ext cx="794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601050" y="2150850"/>
            <a:ext cx="7942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601050" y="509825"/>
            <a:ext cx="79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601125" y="1416475"/>
            <a:ext cx="37281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814770" y="1416475"/>
            <a:ext cx="37281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601050" y="509825"/>
            <a:ext cx="79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601050" y="576375"/>
            <a:ext cx="2808000" cy="153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601050" y="2234525"/>
            <a:ext cx="2808000" cy="23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601050" y="1168625"/>
            <a:ext cx="7941900" cy="24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601050" y="1233175"/>
            <a:ext cx="37746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601050" y="2995850"/>
            <a:ext cx="3774600" cy="1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2" type="body"/>
          </p:nvPr>
        </p:nvSpPr>
        <p:spPr>
          <a:xfrm>
            <a:off x="4962521" y="724200"/>
            <a:ext cx="3580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logocircular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4326" y="3830425"/>
            <a:ext cx="808624" cy="8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601050" y="4028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601050" y="1106125"/>
            <a:ext cx="79419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601050" y="3152225"/>
            <a:ext cx="79419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